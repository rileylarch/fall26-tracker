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4" r:id="rId3"/>
    <p:sldId id="275" r:id="rId4"/>
    <p:sldId id="233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5276AD-6A35-4133-AF46-B6597F189EE6}" v="34" dt="2026-08-17T03:02:57.6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0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07EB4-B7F6-4939-AEDF-0E2FD5A16119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D8FE5D-89F0-4E0A-A852-CD03EB1F7A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4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B6E47-4608-46FB-B600-5D6AAEF40C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D5120-BC25-4A37-B524-018DC8D10D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FFF1C-B816-4181-91D7-7A9C9BCE6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3CF8D-020C-4F4D-A14A-A456435A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EA1A7-D632-4FB1-B187-9307BCC0C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51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AA72-4B10-49DA-9072-A6872B05C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90D54-C255-41FE-87A0-B271B3695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B2E42-0893-4A71-94FF-840D6BAEC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3040C-AE81-477B-A7E4-A910D2FE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3FE97-5983-4F6F-A98B-9E65EAE1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0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285BE-C4D0-4EF3-8212-A22F4E134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33E0C-7052-47AA-A53F-980D9EA36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BD0F7-FE2C-4CD1-9F99-D5B8B2970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E4318-B05D-4189-9AC8-9CDA09CFC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352C9-0261-42A4-B17C-2FD9D50B8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91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8902-A228-4A2F-8828-15FA24612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3803C-ADF7-4DEF-8A4C-48462DE085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A053A-5F15-4E27-AB8A-93E11A72F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602FB-AB58-4283-AA2C-BFB39F942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20CC1-63C3-4D43-9352-731419C8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C860CB-89AB-4E00-957D-44E48FFB4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764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54EA-1687-4484-8C89-5F0D429D0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1683F-CCE9-4EF4-B850-8CE7AE038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1ED0B-874F-42A5-B3C9-DB07EB537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E2A7C-F7E3-4B70-8132-8AD0E55C5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701C2-41E0-42F4-9EE2-739460E7A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4E74F3-1C15-4EE6-9968-059721807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FD0250-97B2-4D8C-B4DD-9251B4ED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E3D49A-D618-46AE-941A-7A03EE5E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93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B8C99-D8C0-4B1B-8545-C2B41D067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E7E907-1CA9-4516-B8FD-F075F1E53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8FD977-391A-483E-9AF5-8E57E4E4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FC888-38F7-47F3-ADA2-E277E335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553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A2A598-84D3-4909-A65D-88239E95A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4D8C15-E3C9-4B86-B20A-BD4CF24D5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A24C9-8E99-4649-9EA8-AF79AE4D2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9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4500-FDA5-4050-9AB1-4418B1EE5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2E92D-E614-4181-9591-68AC9A990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1455F-764F-4661-A93C-9D563D5911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B12F1-3EED-46BF-8C73-BD8FC5D5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D006D-FAA4-4E8B-9925-51EE495C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521141-3146-490F-BE1A-64162633E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60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49FD1-E770-42D4-979B-70147640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BFE0A3-BEF7-4BD7-ACB7-D3B8F9077E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394EBF-FF8D-4EB6-9AE9-0C8518AF6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F5BF09-0F2A-49AC-8DFB-EE4004073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0FAC0-DAB1-418D-9F58-9AC81B82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5703E2-D477-428B-A1C1-466555965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939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03D20-3E2D-4BD1-B4F8-580562656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99433B-95D6-4619-BD00-9636E868C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37411-BA39-4238-9219-3F1CAB026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57582-01F0-433A-AD29-EC28DAF34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1DD14-4DBB-44FF-898C-5318583BD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00AA7-6BA0-4E05-B5A9-A1C47548A3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BED19-AFCE-401D-BD99-40DC3F94D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31815-064F-459C-B9CD-A06FE9C1F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DC5C1-1972-448A-BBDF-CB1332E12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E5A1-F54C-40F8-9512-49F1FFD6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16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7829BD-8972-4007-869B-396C16133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7DF1A-456F-4A31-BD58-82885A652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A52FF-625F-411F-AF03-72BE6541FD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2EDE9-40D0-4923-81E7-DB71D95146A7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11F85-95FD-4258-8FC4-3B569303D8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74999-F65E-4BE8-BC65-F912792F9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D9B4C-8718-4A3F-A53A-FD887F68C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7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E9584-946D-410C-A92D-9B73EF716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6826" y="1112969"/>
            <a:ext cx="3937298" cy="41660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Prototype Development Plan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FB4530-990A-438C-9992-81B977A5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820880"/>
            <a:ext cx="5257799" cy="4889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/>
              <a:t>Engineering </a:t>
            </a:r>
            <a:r>
              <a:rPr lang="en-US" dirty="0"/>
              <a:t>Entrepreneurship and New Product Development - II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ECE 483/ MAE 483/ ECE 383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4930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Product Development Plan (PDP)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600" dirty="0"/>
              <a:t>Show the plan for development of the prototype</a:t>
            </a:r>
          </a:p>
          <a:p>
            <a:pPr lvl="1"/>
            <a:r>
              <a:rPr lang="en-US" sz="2200" dirty="0"/>
              <a:t>What will the final prototype look like</a:t>
            </a:r>
          </a:p>
          <a:p>
            <a:pPr lvl="1"/>
            <a:r>
              <a:rPr lang="en-US" sz="2200" dirty="0"/>
              <a:t>How will you make it</a:t>
            </a:r>
            <a:endParaRPr lang="en-US" sz="2600" dirty="0"/>
          </a:p>
          <a:p>
            <a:r>
              <a:rPr lang="en-US" sz="2600" dirty="0"/>
              <a:t>Presentation </a:t>
            </a:r>
          </a:p>
          <a:p>
            <a:pPr lvl="1"/>
            <a:r>
              <a:rPr lang="en-US" sz="2200" dirty="0"/>
              <a:t>Schedule via Google Calendar : Link is available on Moodle</a:t>
            </a:r>
          </a:p>
          <a:p>
            <a:pPr lvl="2"/>
            <a:r>
              <a:rPr lang="en-US" sz="1900" dirty="0"/>
              <a:t>20 min presentation,  10 min for feedback</a:t>
            </a:r>
          </a:p>
          <a:p>
            <a:r>
              <a:rPr lang="en-US" sz="2600" dirty="0"/>
              <a:t>Take notes during feedback</a:t>
            </a:r>
            <a:endParaRPr lang="en-US" sz="2200" dirty="0"/>
          </a:p>
          <a:p>
            <a:pPr lvl="1"/>
            <a:endParaRPr lang="en-US" sz="2200" dirty="0"/>
          </a:p>
          <a:p>
            <a:pPr marL="457200" lvl="1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04247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Elements of PDP (in this order only)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Autofit/>
          </a:bodyPr>
          <a:lstStyle/>
          <a:p>
            <a:r>
              <a:rPr lang="en-US" sz="2400" dirty="0"/>
              <a:t>Problem being solved</a:t>
            </a:r>
          </a:p>
          <a:p>
            <a:pPr lvl="1"/>
            <a:r>
              <a:rPr lang="en-US" sz="1800" dirty="0"/>
              <a:t>Justify need using customer discovery information </a:t>
            </a:r>
          </a:p>
          <a:p>
            <a:r>
              <a:rPr lang="en-US" sz="2400" dirty="0"/>
              <a:t>Brief description of solution</a:t>
            </a:r>
          </a:p>
          <a:p>
            <a:r>
              <a:rPr lang="en-US" sz="2400" dirty="0"/>
              <a:t>Final Concept diagram</a:t>
            </a:r>
            <a:endParaRPr lang="en-US" sz="1800" dirty="0"/>
          </a:p>
          <a:p>
            <a:r>
              <a:rPr lang="en-US" sz="2400" dirty="0"/>
              <a:t>System Block Diagram</a:t>
            </a:r>
          </a:p>
          <a:p>
            <a:pPr lvl="1"/>
            <a:r>
              <a:rPr lang="en-US" sz="2000" dirty="0"/>
              <a:t>Sub-system component diagrams </a:t>
            </a:r>
          </a:p>
          <a:p>
            <a:pPr lvl="1"/>
            <a:r>
              <a:rPr lang="en-US" sz="2000" dirty="0"/>
              <a:t>Include hardware and software</a:t>
            </a:r>
          </a:p>
          <a:p>
            <a:pPr lvl="2"/>
            <a:r>
              <a:rPr lang="en-US" sz="1600" dirty="0"/>
              <a:t>How does the hardware link with each other</a:t>
            </a:r>
          </a:p>
          <a:p>
            <a:r>
              <a:rPr lang="en-US" sz="2400" dirty="0"/>
              <a:t>System Flow Chart </a:t>
            </a:r>
          </a:p>
          <a:p>
            <a:pPr lvl="1"/>
            <a:r>
              <a:rPr lang="en-US" sz="1600" dirty="0"/>
              <a:t>Functional diagram showing how your solution will work</a:t>
            </a:r>
          </a:p>
          <a:p>
            <a:pPr lvl="2"/>
            <a:r>
              <a:rPr lang="en-US" sz="1600" dirty="0"/>
              <a:t>From the user’s point of view</a:t>
            </a:r>
          </a:p>
        </p:txBody>
      </p:sp>
    </p:spTree>
    <p:extLst>
      <p:ext uri="{BB962C8B-B14F-4D97-AF65-F5344CB8AC3E}">
        <p14:creationId xmlns:p14="http://schemas.microsoft.com/office/powerpoint/2010/main" val="255360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86286-D04D-F6E9-B593-7F8CB11C3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44095-16D3-2ED8-EE83-AB102EEB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Elements of PDP</a:t>
            </a:r>
            <a:endParaRPr lang="en-US" sz="5400" dirty="0"/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B73A-E206-76D8-343F-8EA9749F7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 fontScale="77500" lnSpcReduction="20000"/>
          </a:bodyPr>
          <a:lstStyle/>
          <a:p>
            <a:r>
              <a:rPr lang="en-US" sz="2000" dirty="0"/>
              <a:t>Project Plan (use GANTT Chart only)</a:t>
            </a:r>
          </a:p>
          <a:p>
            <a:pPr lvl="1"/>
            <a:r>
              <a:rPr lang="en-US" sz="2000" dirty="0"/>
              <a:t>Show critical path</a:t>
            </a:r>
          </a:p>
          <a:p>
            <a:pPr lvl="1"/>
            <a:r>
              <a:rPr lang="en-US" sz="2000" dirty="0"/>
              <a:t>Mark presentation date using vertical line to show progress to date</a:t>
            </a:r>
          </a:p>
          <a:p>
            <a:pPr lvl="1"/>
            <a:r>
              <a:rPr lang="en-US" sz="2000" dirty="0"/>
              <a:t>Date of ordering of different parts to be included</a:t>
            </a:r>
          </a:p>
          <a:p>
            <a:pPr lvl="1"/>
            <a:r>
              <a:rPr lang="en-US" sz="2000" dirty="0"/>
              <a:t>Date by when parts should be received to be included</a:t>
            </a:r>
          </a:p>
          <a:p>
            <a:pPr lvl="1"/>
            <a:r>
              <a:rPr lang="en-US" sz="2000" dirty="0"/>
              <a:t>Who is responsible for each activity</a:t>
            </a:r>
          </a:p>
          <a:p>
            <a:r>
              <a:rPr lang="en-US" sz="2000" dirty="0"/>
              <a:t>Project budget </a:t>
            </a:r>
          </a:p>
          <a:p>
            <a:pPr lvl="1"/>
            <a:r>
              <a:rPr lang="en-US" sz="2000" dirty="0"/>
              <a:t>Detailed Bill of Material with cost</a:t>
            </a:r>
          </a:p>
          <a:p>
            <a:r>
              <a:rPr lang="en-US" sz="2200" dirty="0"/>
              <a:t>Brief description of Prototype 1 – with rough sketch</a:t>
            </a:r>
          </a:p>
          <a:p>
            <a:r>
              <a:rPr lang="en-US" sz="2200" dirty="0"/>
              <a:t>Brief description of Final Prototype – with rough sketch</a:t>
            </a:r>
          </a:p>
          <a:p>
            <a:r>
              <a:rPr lang="en-US" sz="2000" dirty="0"/>
              <a:t>List of challenges so far</a:t>
            </a:r>
          </a:p>
          <a:p>
            <a:pPr lvl="1"/>
            <a:r>
              <a:rPr lang="en-US" sz="2000" dirty="0"/>
              <a:t>How critical is the challenge</a:t>
            </a:r>
          </a:p>
          <a:p>
            <a:pPr lvl="1"/>
            <a:r>
              <a:rPr lang="en-US" sz="2000" dirty="0"/>
              <a:t>What is your approach to solving them</a:t>
            </a:r>
          </a:p>
          <a:p>
            <a:r>
              <a:rPr lang="en-US" sz="2400" dirty="0"/>
              <a:t>Lessons learned so far:</a:t>
            </a:r>
          </a:p>
          <a:p>
            <a:pPr lvl="1"/>
            <a:r>
              <a:rPr lang="en-US" sz="2000" dirty="0"/>
              <a:t>Both for your team/idea/ prototype plan</a:t>
            </a:r>
          </a:p>
          <a:p>
            <a:pPr lvl="1"/>
            <a:r>
              <a:rPr lang="en-US" sz="2000" dirty="0"/>
              <a:t>Personal Lessons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3324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9926</TotalTime>
  <Words>237</Words>
  <Application>Microsoft Office PowerPoint</Application>
  <PresentationFormat>Widescreen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Prototype Development Plan</vt:lpstr>
      <vt:lpstr>Product Development Plan (PDP)</vt:lpstr>
      <vt:lpstr>Elements of PDP (in this order only)</vt:lpstr>
      <vt:lpstr>Elements of PDP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 Canvas &amp; Customer Development</dc:title>
  <dc:creator>Gill, Priya</dc:creator>
  <cp:lastModifiedBy>Gill, Priya</cp:lastModifiedBy>
  <cp:revision>28</cp:revision>
  <dcterms:created xsi:type="dcterms:W3CDTF">2022-01-20T04:28:18Z</dcterms:created>
  <dcterms:modified xsi:type="dcterms:W3CDTF">2026-08-17T03:03:22Z</dcterms:modified>
</cp:coreProperties>
</file>